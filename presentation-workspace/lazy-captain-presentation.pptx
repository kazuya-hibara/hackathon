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D4FF"/>
                </a:solidFill>
                <a:latin typeface="Arial"/>
              </a:defRPr>
            </a:pPr>
            <a:r>
              <a:t>Lazy Captain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999AA"/>
                </a:solidFill>
                <a:latin typeface="Arial"/>
              </a:defRPr>
            </a:pPr>
            <a:r>
              <a:t>Your AI copilot for managerial impact</a:t>
            </a:r>
          </a:p>
        </p:txBody>
      </p:sp>
      <p:pic>
        <p:nvPicPr>
          <p:cNvPr id="4" name="Picture 3" descr="today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926080"/>
            <a:ext cx="5486400" cy="3086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Arial"/>
              </a:defRPr>
            </a:pPr>
            <a:r>
              <a:t>TEAMZ AI Hackathon 2026  |  Tokyo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Your best work has no proof</a:t>
            </a:r>
          </a:p>
        </p:txBody>
      </p:sp>
      <p:pic>
        <p:nvPicPr>
          <p:cNvPr id="3" name="Picture 2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8738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999AA"/>
                </a:solidFill>
                <a:latin typeface="Arial"/>
              </a:defRPr>
            </a:pPr>
          </a:p>
          <a:p>
            <a:pPr>
              <a:spcBef>
                <a:spcPts val="2400"/>
              </a:spcBef>
              <a:defRPr sz="2000" b="0">
                <a:solidFill>
                  <a:srgbClr val="9999AA"/>
                </a:solidFill>
                <a:latin typeface="Arial"/>
              </a:defRPr>
            </a:pPr>
            <a:r>
              <a:t>You unblocked 3 teams today.</a:t>
            </a:r>
            <a:br/>
            <a:r>
              <a:t>Where's the receipt?</a:t>
            </a:r>
          </a:p>
          <a:p>
            <a:pPr>
              <a:spcBef>
                <a:spcPts val="2400"/>
              </a:spcBef>
              <a:defRPr sz="2000" b="0">
                <a:solidFill>
                  <a:srgbClr val="9999AA"/>
                </a:solidFill>
                <a:latin typeface="Arial"/>
              </a:defRPr>
            </a:pPr>
            <a:r>
              <a:t>Decisions, coaching, alignment</a:t>
            </a:r>
            <a:br/>
            <a:r>
              <a:t>  none leave an artifact.</a:t>
            </a:r>
          </a:p>
          <a:p>
            <a:pPr>
              <a:spcBef>
                <a:spcPts val="2400"/>
              </a:spcBef>
              <a:defRPr sz="2000" b="0">
                <a:solidFill>
                  <a:srgbClr val="9999AA"/>
                </a:solidFill>
                <a:latin typeface="Arial"/>
              </a:defRPr>
            </a:pPr>
            <a:r>
              <a:t>Review time comes around:</a:t>
            </a:r>
            <a:br/>
            <a:r>
              <a:t>"What did I even do last quarter?"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One place for everything you did</a:t>
            </a:r>
          </a:p>
        </p:txBody>
      </p:sp>
      <p:pic>
        <p:nvPicPr>
          <p:cNvPr id="3" name="Picture 2" descr="today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31520"/>
            <a:ext cx="3743386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2000"/>
              </a:spcBef>
              <a:defRPr sz="2200" b="1">
                <a:solidFill>
                  <a:srgbClr val="00D4FF"/>
                </a:solidFill>
                <a:latin typeface="Arial"/>
              </a:defRPr>
            </a:pPr>
            <a:r>
              <a:t>AI reads your tools</a:t>
            </a:r>
          </a:p>
          <a:p>
            <a:pPr>
              <a:spcBef>
                <a:spcPts val="400"/>
              </a:spcBef>
              <a:defRPr sz="1600" b="0">
                <a:solidFill>
                  <a:srgbClr val="9999AA"/>
                </a:solidFill>
                <a:latin typeface="Arial"/>
              </a:defRPr>
            </a:pPr>
            <a:r>
              <a:t>Calendar, Slack, web activity</a:t>
            </a:r>
          </a:p>
          <a:p>
            <a:pPr>
              <a:spcBef>
                <a:spcPts val="2000"/>
              </a:spcBef>
              <a:defRPr sz="2200" b="1">
                <a:solidFill>
                  <a:srgbClr val="00D4FF"/>
                </a:solidFill>
                <a:latin typeface="Arial"/>
              </a:defRPr>
            </a:pPr>
            <a:r>
              <a:t>Suggests impact items</a:t>
            </a:r>
          </a:p>
          <a:p>
            <a:pPr>
              <a:spcBef>
                <a:spcPts val="400"/>
              </a:spcBef>
              <a:defRPr sz="1600" b="0">
                <a:solidFill>
                  <a:srgbClr val="9999AA"/>
                </a:solidFill>
                <a:latin typeface="Arial"/>
              </a:defRPr>
            </a:pPr>
            <a:r>
              <a:t>You just approve, edit, or dismiss</a:t>
            </a:r>
          </a:p>
          <a:p>
            <a:pPr>
              <a:spcBef>
                <a:spcPts val="2000"/>
              </a:spcBef>
              <a:defRPr sz="2200" b="1">
                <a:solidFill>
                  <a:srgbClr val="00D4FF"/>
                </a:solidFill>
                <a:latin typeface="Arial"/>
              </a:defRPr>
            </a:pPr>
            <a:r>
              <a:t>7 categories</a:t>
            </a:r>
          </a:p>
          <a:p>
            <a:pPr>
              <a:spcBef>
                <a:spcPts val="400"/>
              </a:spcBef>
              <a:defRPr sz="1600" b="0">
                <a:solidFill>
                  <a:srgbClr val="9999AA"/>
                </a:solidFill>
                <a:latin typeface="Arial"/>
              </a:defRPr>
            </a:pPr>
            <a:r>
              <a:t>Decision  |  Blocker Removed  |  Alignment</a:t>
            </a:r>
            <a:br/>
            <a:r>
              <a:t>Structure  |  Team Dev  |  Strategic  |  Fires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5 minutes. Done.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AA"/>
                </a:solidFill>
                <a:latin typeface="Arial"/>
              </a:defRPr>
            </a:pPr>
            <a:r>
              <a:t>The daily workflow that runs itself</a:t>
            </a:r>
          </a:p>
        </p:txBody>
      </p:sp>
      <p:pic>
        <p:nvPicPr>
          <p:cNvPr id="4" name="Picture 3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10058400" cy="5747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AA"/>
                </a:solidFill>
                <a:latin typeface="Arial"/>
              </a:defRPr>
            </a:pPr>
            <a:r>
              <a:t>Connectors pull your data  &gt;  AI analyzes patterns  &gt;  You review suggestions  &gt;  Impact log builds  &gt;  Day summary auto-generated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It learns you</a:t>
            </a:r>
          </a:p>
        </p:txBody>
      </p:sp>
      <p:pic>
        <p:nvPicPr>
          <p:cNvPr id="3" name="Picture 2" descr="today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486400" cy="3086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2400"/>
              </a:spcBef>
              <a:defRPr sz="2400" b="1">
                <a:solidFill>
                  <a:srgbClr val="34D399"/>
                </a:solidFill>
                <a:latin typeface="Arial"/>
              </a:defRPr>
            </a:pPr>
            <a:r>
              <a:t>Accept</a:t>
            </a:r>
          </a:p>
          <a:p>
            <a:pPr>
              <a:spcBef>
                <a:spcPts val="400"/>
              </a:spcBef>
              <a:defRPr sz="1600" b="0">
                <a:solidFill>
                  <a:srgbClr val="9999AA"/>
                </a:solidFill>
                <a:latin typeface="Arial"/>
              </a:defRPr>
            </a:pPr>
            <a:r>
              <a:t>AI nailed it. One tap.</a:t>
            </a:r>
          </a:p>
          <a:p>
            <a:pPr>
              <a:spcBef>
                <a:spcPts val="2400"/>
              </a:spcBef>
              <a:defRPr sz="2400" b="1">
                <a:solidFill>
                  <a:srgbClr val="34D399"/>
                </a:solidFill>
                <a:latin typeface="Arial"/>
              </a:defRPr>
            </a:pPr>
            <a:r>
              <a:t>Edit</a:t>
            </a:r>
          </a:p>
          <a:p>
            <a:pPr>
              <a:spcBef>
                <a:spcPts val="400"/>
              </a:spcBef>
              <a:defRPr sz="1600" b="0">
                <a:solidFill>
                  <a:srgbClr val="9999AA"/>
                </a:solidFill>
                <a:latin typeface="Arial"/>
              </a:defRPr>
            </a:pPr>
            <a:r>
              <a:t>Close but not quite. Fix and save.</a:t>
            </a:r>
          </a:p>
          <a:p>
            <a:pPr>
              <a:spcBef>
                <a:spcPts val="2400"/>
              </a:spcBef>
              <a:defRPr sz="2400" b="1">
                <a:solidFill>
                  <a:srgbClr val="34D399"/>
                </a:solidFill>
                <a:latin typeface="Arial"/>
              </a:defRPr>
            </a:pPr>
            <a:r>
              <a:t>Dismiss</a:t>
            </a:r>
          </a:p>
          <a:p>
            <a:pPr>
              <a:spcBef>
                <a:spcPts val="400"/>
              </a:spcBef>
              <a:defRPr sz="1600" b="0">
                <a:solidFill>
                  <a:srgbClr val="9999AA"/>
                </a:solidFill>
                <a:latin typeface="Arial"/>
              </a:defRPr>
            </a:pPr>
            <a:r>
              <a:t>Not relevant. AI learns to skip next time.</a:t>
            </a:r>
          </a:p>
          <a:p>
            <a:pPr>
              <a:spcBef>
                <a:spcPts val="2000"/>
              </a:spcBef>
              <a:defRPr sz="12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defRPr sz="1800" b="0">
                <a:solidFill>
                  <a:srgbClr val="A855F7"/>
                </a:solidFill>
                <a:latin typeface="Arial"/>
              </a:defRPr>
            </a:pPr>
            <a:r>
              <a:t>Mem9 stores your preferences.</a:t>
            </a:r>
          </a:p>
          <a:p>
            <a:pPr>
              <a:spcBef>
                <a:spcPts val="400"/>
              </a:spcBef>
              <a:defRPr sz="1800" b="0">
                <a:solidFill>
                  <a:srgbClr val="A855F7"/>
                </a:solidFill>
                <a:latin typeface="Arial"/>
              </a:defRPr>
            </a:pPr>
            <a:r>
              <a:t>Suggestions sharpen over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See your patterns</a:t>
            </a:r>
          </a:p>
        </p:txBody>
      </p:sp>
      <p:pic>
        <p:nvPicPr>
          <p:cNvPr id="3" name="Picture 2" descr="growth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AA"/>
                </a:solidFill>
                <a:latin typeface="Arial"/>
              </a:defRPr>
            </a:pPr>
            <a:r>
              <a:t>Category distribution  |  Impact trends  |  Scope tracking  |  Delegation scores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Built with 5 sponsor technologies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1600"/>
              </a:spcBef>
              <a:defRPr sz="2000" b="1">
                <a:solidFill>
                  <a:srgbClr val="00D4FF"/>
                </a:solidFill>
                <a:latin typeface="Arial"/>
              </a:defRPr>
            </a:pPr>
            <a:r>
              <a:t>Agnes AI</a:t>
            </a:r>
          </a:p>
          <a:p>
            <a:pPr>
              <a:spcBef>
                <a:spcPts val="200"/>
              </a:spcBef>
              <a:defRPr sz="1400" b="0">
                <a:solidFill>
                  <a:srgbClr val="9999AA"/>
                </a:solidFill>
                <a:latin typeface="Arial"/>
              </a:defRPr>
            </a:pPr>
            <a:r>
              <a:t>LLM suggestion engine</a:t>
            </a:r>
          </a:p>
          <a:p>
            <a:pPr>
              <a:spcBef>
                <a:spcPts val="1600"/>
              </a:spcBef>
              <a:defRPr sz="2000" b="1">
                <a:solidFill>
                  <a:srgbClr val="00D4FF"/>
                </a:solidFill>
                <a:latin typeface="Arial"/>
              </a:defRPr>
            </a:pPr>
            <a:r>
              <a:t>TiDB Cloud Zero</a:t>
            </a:r>
          </a:p>
          <a:p>
            <a:pPr>
              <a:spcBef>
                <a:spcPts val="200"/>
              </a:spcBef>
              <a:defRPr sz="1400" b="0">
                <a:solidFill>
                  <a:srgbClr val="9999AA"/>
                </a:solidFill>
                <a:latin typeface="Arial"/>
              </a:defRPr>
            </a:pPr>
            <a:r>
              <a:t>Serverless MySQL database</a:t>
            </a:r>
          </a:p>
          <a:p>
            <a:pPr>
              <a:spcBef>
                <a:spcPts val="1600"/>
              </a:spcBef>
              <a:defRPr sz="2000" b="1">
                <a:solidFill>
                  <a:srgbClr val="00D4FF"/>
                </a:solidFill>
                <a:latin typeface="Arial"/>
              </a:defRPr>
            </a:pPr>
            <a:r>
              <a:t>Bright Data</a:t>
            </a:r>
          </a:p>
          <a:p>
            <a:pPr>
              <a:spcBef>
                <a:spcPts val="200"/>
              </a:spcBef>
              <a:defRPr sz="1400" b="0">
                <a:solidFill>
                  <a:srgbClr val="9999AA"/>
                </a:solidFill>
                <a:latin typeface="Arial"/>
              </a:defRPr>
            </a:pPr>
            <a:r>
              <a:t>SERP enrichment API</a:t>
            </a:r>
          </a:p>
          <a:p>
            <a:pPr>
              <a:spcBef>
                <a:spcPts val="1600"/>
              </a:spcBef>
              <a:defRPr sz="2000" b="1">
                <a:solidFill>
                  <a:srgbClr val="00D4FF"/>
                </a:solidFill>
                <a:latin typeface="Arial"/>
              </a:defRPr>
            </a:pPr>
            <a:r>
              <a:t>Mem9</a:t>
            </a:r>
          </a:p>
          <a:p>
            <a:pPr>
              <a:spcBef>
                <a:spcPts val="200"/>
              </a:spcBef>
              <a:defRPr sz="1400" b="0">
                <a:solidFill>
                  <a:srgbClr val="9999AA"/>
                </a:solidFill>
                <a:latin typeface="Arial"/>
              </a:defRPr>
            </a:pPr>
            <a:r>
              <a:t>Persistent learning memory</a:t>
            </a:r>
          </a:p>
          <a:p>
            <a:pPr>
              <a:spcBef>
                <a:spcPts val="1600"/>
              </a:spcBef>
              <a:defRPr sz="2000" b="1">
                <a:solidFill>
                  <a:srgbClr val="00D4FF"/>
                </a:solidFill>
                <a:latin typeface="Arial"/>
              </a:defRPr>
            </a:pPr>
            <a:r>
              <a:t>Zeabur</a:t>
            </a:r>
          </a:p>
          <a:p>
            <a:pPr>
              <a:spcBef>
                <a:spcPts val="200"/>
              </a:spcBef>
              <a:defRPr sz="1400" b="0">
                <a:solidFill>
                  <a:srgbClr val="9999AA"/>
                </a:solidFill>
                <a:latin typeface="Arial"/>
              </a:defRPr>
            </a:pPr>
            <a:r>
              <a:t>Cloud deployment platform</a:t>
            </a:r>
          </a:p>
          <a:p>
            <a:pPr>
              <a:spcBef>
                <a:spcPts val="2400"/>
              </a:spcBef>
              <a:defRPr sz="10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defRPr sz="1400" b="0">
                <a:solidFill>
                  <a:srgbClr val="9999AA"/>
                </a:solidFill>
                <a:latin typeface="Arial"/>
              </a:defRPr>
            </a:pPr>
            <a:r>
              <a:t>FastAPI + Vanilla JS + Python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4FF"/>
                </a:solidFill>
                <a:latin typeface="Arial"/>
              </a:defRPr>
            </a:pPr>
            <a:r>
              <a:t>Lazy Captain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AA"/>
                </a:solidFill>
                <a:latin typeface="Arial"/>
              </a:defRPr>
            </a:pPr>
            <a:r>
              <a:t>Your AI copilot for managerial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AA"/>
                </a:solidFill>
                <a:latin typeface="Arial"/>
              </a:defRPr>
            </a:pPr>
            <a:r>
              <a:t>Built at TEAMZ AI Hackathon 2026  |  Tokyo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855F7"/>
                </a:solidFill>
                <a:latin typeface="Arial"/>
              </a:defRPr>
            </a:pPr>
            <a:r>
              <a:t>Agnes AI   |   TiDB   |   Bright Data   |   Mem9   |   Zeabur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